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Quick-Commerce Dark Store Inventory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Review 1 - Unit 1 &amp; 2</a:t>
            </a:r>
          </a:p>
          <a:p>
            <a:r>
              <a:t>23CSE452 — Business Analytics Capstone Project</a:t>
            </a:r>
          </a:p>
          <a:p/>
          <a:p>
            <a:r>
              <a:t>Team Members:</a:t>
            </a:r>
          </a:p>
          <a:p>
            <a:r>
              <a:t>LEENA SRI K (CB.SC.U4CSE23526)</a:t>
            </a:r>
          </a:p>
          <a:p>
            <a:r>
              <a:t>A.C SANHITHA REDDY (CB.SC.U4CSE23206)</a:t>
            </a:r>
          </a:p>
          <a:p>
            <a:r>
              <a:t>KANISH KUMARAN M (CB.SC.U4CSE23424)</a:t>
            </a:r>
          </a:p>
          <a:p>
            <a:r>
              <a:t>ANDE TARAKA SRINIVAS (CB.SC.U4CSE23212)</a:t>
            </a:r>
          </a:p>
          <a:p>
            <a:r>
              <a:t>AJAY N MUKUNTH (CB.SC.U4CSE23006)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Context: Quick-commerce platforms (Blinkit, Zepto, Swiggy) rely on dark stores.</a:t>
            </a:r>
          </a:p>
          <a:p>
            <a:pPr/>
            <a:r>
              <a:t>Problem: High inventory holding costs vs stockouts. Need demand-informed inventory planning.</a:t>
            </a:r>
          </a:p>
          <a:p>
            <a:pPr/>
            <a:r>
              <a:t>Business Objective (Review 1): Predict daily product demand at the dark-store level to support inventory planning.</a:t>
            </a:r>
          </a:p>
          <a:p>
            <a:pPr/>
            <a:r>
              <a:t>Future Scope (Review 2): Identify frequently co-purchased products for product bundling.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 &amp;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100% Synthetic data generated using Python (NumPy/Pandas) for 8 stores.</a:t>
            </a:r>
          </a:p>
          <a:p>
            <a:pPr/>
            <a:r>
              <a:t>Size: ~106,000 raw transaction records (April - Sept 2026).</a:t>
            </a:r>
          </a:p>
          <a:p>
            <a:pPr/>
            <a:r>
              <a:t>Scope: 58 products across 9 categories.</a:t>
            </a:r>
          </a:p>
          <a:p>
            <a:pPr/>
            <a:r>
              <a:t>Assumptions: Includes realistic hourly, daily, and seasonal demand variations.</a:t>
            </a:r>
          </a:p>
          <a:p>
            <a:pPr/>
            <a:r>
              <a:t>Features: Order_ID, Timestamp, Customer_ID, Quantity, Unit_Price, Discount,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Original Records: 106,398</a:t>
            </a:r>
          </a:p>
          <a:p>
            <a:pPr/>
            <a:r>
              <a:t>Cleaned Records: 105,872 (526 duplicates removed)</a:t>
            </a:r>
          </a:p>
          <a:p>
            <a:pPr/>
            <a:r>
              <a:t>Missing Values: Delivery Distance imputed with store-level medians.</a:t>
            </a:r>
          </a:p>
          <a:p>
            <a:pPr/>
            <a:r>
              <a:t>Anomalies: Corrected negative prices (absolute value) and capped extremely high quantities.</a:t>
            </a:r>
          </a:p>
          <a:p>
            <a:pPr/>
            <a:r>
              <a:t>Final Dataset: Reliable, quality-assured dataset ready for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Peak-Hour Demand: 52.2% of sales occur in morning (7-9 AM) and evening (6-9 PM) peaks.</a:t>
            </a:r>
          </a:p>
          <a:p>
            <a:pPr/>
            <a:r>
              <a:t>Top Categories: Fruits &amp; Vegetables and Dairy represent the highest volume.</a:t>
            </a:r>
          </a:p>
          <a:p>
            <a:pPr/>
            <a:r>
              <a:t>Weekend vs Weekday: Average demand is 23.1% higher on weekends.</a:t>
            </a:r>
          </a:p>
          <a:p>
            <a:pPr/>
            <a:r>
              <a:t>These insights drive feature selection and baseline inventory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Transformed transaction data into daily SKU-store demand panel.</a:t>
            </a:r>
          </a:p>
          <a:p>
            <a:pPr/>
            <a:r>
              <a:t>Target Variable: Daily_Quantity (Regression).</a:t>
            </a:r>
          </a:p>
          <a:p>
            <a:pPr/>
            <a:r>
              <a:t>Calendar Features: Day of Week, Month, Is_Weekend.</a:t>
            </a:r>
          </a:p>
          <a:p>
            <a:pPr/>
            <a:r>
              <a:t>Lag &amp; Rolling Features: Demand_Lag_1d, Demand_Roll_Mean_7d.</a:t>
            </a:r>
          </a:p>
          <a:p>
            <a:pPr/>
            <a:r>
              <a:t>Historical Averages: Product and Category historical average demand.</a:t>
            </a:r>
          </a:p>
          <a:p>
            <a:pPr/>
            <a:r>
              <a:t>Total of 18 leakage-safe features developed.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Approach: Regression task using chronological 80/20 train-test split.</a:t>
            </a:r>
          </a:p>
          <a:p>
            <a:pPr/>
            <a:r>
              <a:t>Models Developed: Linear Regression, Random Forest Regressor, XGBoost Regressor.</a:t>
            </a:r>
          </a:p>
          <a:p>
            <a:pPr/>
            <a:r>
              <a:t>Evaluation Metrics: R², MAE, MSE, RMSE.</a:t>
            </a:r>
          </a:p>
          <a:p>
            <a:pPr/>
            <a:r>
              <a:t>Best Model: Random Forest Regressor (R² = 0.3710, MAE = 1.3322, RMSE = 1.8332).</a:t>
            </a:r>
          </a:p>
          <a:p>
            <a:pPr/>
            <a:r>
              <a:t>Key Insight: Historical product demand is the most important feature (65% importance).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Individual Contribution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LEENA SRI K: Project Management (GitHub Projects setup), Dataset generation &amp; documentation.</a:t>
            </a:r>
          </a:p>
          <a:p>
            <a:pPr/>
            <a:r>
              <a:t>A.C SANHITHA REDDY: Data cleaning, missing value imputation, and quality validation.</a:t>
            </a:r>
          </a:p>
          <a:p>
            <a:pPr/>
            <a:r>
              <a:t>KANISH KUMARAN M: Exploratory Data Analysis (EDA) and visualizations.</a:t>
            </a:r>
          </a:p>
          <a:p>
            <a:pPr/>
            <a:r>
              <a:t>ANDE TARAKA SRINIVAS: Feature Engineering (Lag, Rolling, and Calendar variables).</a:t>
            </a:r>
          </a:p>
          <a:p>
            <a:pPr/>
            <a:r>
              <a:t>AJAY N MUKUNTH: Predictive Modeling, hyperparameter tuning, and model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Management Tool: GitHub Projects</a:t>
            </a:r>
          </a:p>
          <a:p>
            <a:pPr/>
            <a:r>
              <a:t>Board Columns: Backlog, To Do, In Progress, Review/Testing, Completed.</a:t>
            </a:r>
          </a:p>
          <a:p>
            <a:pPr/>
            <a:r>
              <a:t>All tasks are actively tracked and updated by assigned team members.</a:t>
            </a:r>
          </a:p>
          <a:p>
            <a:pPr/>
            <a:r>
              <a:t>Link to Board: https://github.com/users/leena0110/projects/1 (Placeholder link)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